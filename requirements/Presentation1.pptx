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B9A9B-C86C-7C5C-D674-1E9416009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6C562-DB71-849D-CBA6-237A5B1E6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7E8F7-BB61-C140-2116-0E352BA3E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2733-EE87-438B-99A7-EAA5501643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10D28-2FBE-0C00-B01F-CD5F68C0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905C9-3B7F-3222-30D7-079C4328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ED5E-548E-4240-9BA1-F17A142E1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2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851ED-BB12-56B3-86E6-A4534B2B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5063C-ECE2-AD1A-CA96-113A68838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D54EA-E1EF-FE29-3B51-DBD7EC5F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2733-EE87-438B-99A7-EAA5501643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BB651-5D18-99E4-3338-659A6EBDF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CD533-99FA-5725-F3E8-085D5AD1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ED5E-548E-4240-9BA1-F17A142E1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8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225B8-4CD1-55FE-FC14-AF69059DB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A5AF3-1062-C50C-393D-EF9C3B437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8E088-29D2-51AE-4824-272EC3DBD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2733-EE87-438B-99A7-EAA5501643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6BCDF-E353-3635-827B-5629BBFF3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D5143-FC7B-BAFE-8FCC-D35093790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ED5E-548E-4240-9BA1-F17A142E1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57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BB2DD-C6D6-A58E-D4E9-FB96E1D7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D43F3-5926-4EA9-D39A-062F73971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676C5-A331-3A63-0CD7-04E465A89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ABA98-35A3-9CFB-91A5-31360F642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2733-EE87-438B-99A7-EAA5501643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EAE6F-4A59-3590-F60C-60EAC0DC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62991-E8CD-6A4C-5935-9F8CFDFFA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ED5E-548E-4240-9BA1-F17A142E1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74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C331-982B-E2C4-F325-A25E5E5DF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67089-9FF1-C9BA-705F-C85ED991A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AE47B-6655-B04B-25D8-45B115E6C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373585-9FB3-CD1C-79F3-C2DD8600E9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B6A30E-C1F7-DDD7-548A-7DF64061F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A7349E-B553-1FFF-DEFD-6C070B644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2733-EE87-438B-99A7-EAA5501643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B8681F-038E-B99C-ADC7-89D50A76A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49712-C165-FE65-DBC4-20CA1B87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ED5E-548E-4240-9BA1-F17A142E1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20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6D035-75ED-C14D-C980-7C3A0CD72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E5E8E-8B32-BF4A-5A9C-8BC42C4F2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2733-EE87-438B-99A7-EAA5501643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65762-89A9-790A-DF89-5D9EEC49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8C9B0-1BFE-DFB0-D734-E3644CD2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ED5E-548E-4240-9BA1-F17A142E1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69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0A5CA-EEEE-F825-27B4-6BBAC567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2733-EE87-438B-99A7-EAA5501643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584571-B44F-9BDB-7841-F371F5287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07D64-CEC6-983B-8A5B-58CBBD65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ED5E-548E-4240-9BA1-F17A142E1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BCB2-B860-15DA-C7CB-DB7518A7C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E5307-1AF5-448B-ACF6-05FB151BB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ECA9D-E72D-3355-CBBC-6F8F19F60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4A738-7D6B-CA99-3B8B-7B24A8AD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2733-EE87-438B-99A7-EAA5501643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A9F86-EF5C-3165-E2FA-9669BC085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496B5-29E6-F1A6-D4D1-66280374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ED5E-548E-4240-9BA1-F17A142E1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9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2A4D-036E-7B2B-3872-C12A7DEA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C9ADE-A222-1EB1-18A5-3588C3220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331F9-530F-BFFE-B771-0BB29A049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F4C95-AB78-669C-D482-61EC75FED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2733-EE87-438B-99A7-EAA5501643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6EE0B-696E-6A38-3D91-6FBFDA01D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7E8A2-87C4-C00F-D100-BB41D8D36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ED5E-548E-4240-9BA1-F17A142E1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253E4-8AEC-E06F-EB9D-23B940D20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6E272-BE7D-B245-334D-5BD0C60ED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02223-C4DB-6FA0-1A6C-4ACF06E3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2733-EE87-438B-99A7-EAA5501643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3F98A-6725-7677-FB12-9491D65F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E7004-305B-A81B-6C64-043204B11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ED5E-548E-4240-9BA1-F17A142E1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40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D361F-BE8E-5503-C86A-C18AEEFED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B42A1-AF50-013B-B05F-21A26610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48A2F-748F-D04B-F148-2A470FB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2733-EE87-438B-99A7-EAA5501643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EF66E-DD03-8B13-74B1-B67B823DF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FF2A2-A55E-808D-76F6-3D21DF9CC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ED5E-548E-4240-9BA1-F17A142E1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9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797FFD-8F3A-5778-A4E7-304C493B8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E04CE-821F-F453-A3AD-A5D5EEEA1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5D6C4-01AD-182D-10AB-4D4625B2D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32733-EE87-438B-99A7-EAA5501643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8470F-7F45-C787-314C-C95D03384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96BE8-8466-7BB2-5681-67BC401C0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AED5E-548E-4240-9BA1-F17A142E1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1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BC54D9-63DE-99D2-8370-0320D9831109}"/>
              </a:ext>
            </a:extLst>
          </p:cNvPr>
          <p:cNvSpPr txBox="1"/>
          <p:nvPr/>
        </p:nvSpPr>
        <p:spPr>
          <a:xfrm>
            <a:off x="436098" y="337625"/>
            <a:ext cx="3179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QA1: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0FBCB5-05BD-907C-EDEB-538941886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9751"/>
            <a:ext cx="12192000" cy="283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79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ACA1C-E519-F749-5966-C21824003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2DD8C8-D41B-A73A-AEA8-0F4758C25BF3}"/>
              </a:ext>
            </a:extLst>
          </p:cNvPr>
          <p:cNvSpPr txBox="1"/>
          <p:nvPr/>
        </p:nvSpPr>
        <p:spPr>
          <a:xfrm>
            <a:off x="436098" y="337625"/>
            <a:ext cx="765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QA2: Vùng của hệ cũ thì đọc ở đâu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A88483-849E-5274-A093-B3141A3CE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550" y="1030736"/>
            <a:ext cx="4842374" cy="582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59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D1F3F-4278-4F69-7B8B-79C112422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3661BB-19C4-0461-8973-1D8116FB18BA}"/>
              </a:ext>
            </a:extLst>
          </p:cNvPr>
          <p:cNvSpPr txBox="1"/>
          <p:nvPr/>
        </p:nvSpPr>
        <p:spPr>
          <a:xfrm>
            <a:off x="436098" y="337625"/>
            <a:ext cx="9439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QA3:m2-cloud có phải là tên hiện thực của </a:t>
            </a:r>
            <a:r>
              <a:rPr lang="en-US" altLang="ja-JP"/>
              <a:t>GW</a:t>
            </a:r>
            <a:r>
              <a:rPr lang="ja-JP" altLang="en-US"/>
              <a:t>管理クラウド </a:t>
            </a:r>
            <a:r>
              <a:rPr lang="en-US" altLang="ja-JP"/>
              <a:t>ở hệ mới hay không 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D603D-51FC-964A-BE42-F0D4AB96C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69" y="787767"/>
            <a:ext cx="6173061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10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D2F98-0F2A-DC14-771D-AEE625674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FCC1C4-372B-75AD-2442-ACB922A41614}"/>
              </a:ext>
            </a:extLst>
          </p:cNvPr>
          <p:cNvSpPr txBox="1"/>
          <p:nvPr/>
        </p:nvSpPr>
        <p:spPr>
          <a:xfrm>
            <a:off x="450165" y="323557"/>
            <a:ext cx="1036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QA4: Hệ cũ ở đây ý muốn chỉ đến tập hợp các batch ở hệ thống cũ đúng không ? Hay còn chỉ cái khác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970C5-BADF-417A-DA60-C96378818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285" y="1247470"/>
            <a:ext cx="6487430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0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A8F19-0BD4-BCC3-CB5C-131224485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CECC6E-26CF-CBD2-405D-CCDF1F9F4A14}"/>
              </a:ext>
            </a:extLst>
          </p:cNvPr>
          <p:cNvSpPr txBox="1"/>
          <p:nvPr/>
        </p:nvSpPr>
        <p:spPr>
          <a:xfrm>
            <a:off x="450165" y="323557"/>
            <a:ext cx="1036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QA5: Trong tài liệu này DR có nghĩa là gì</a:t>
            </a:r>
          </a:p>
        </p:txBody>
      </p:sp>
    </p:spTree>
    <p:extLst>
      <p:ext uri="{BB962C8B-B14F-4D97-AF65-F5344CB8AC3E}">
        <p14:creationId xmlns:p14="http://schemas.microsoft.com/office/powerpoint/2010/main" val="4085504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DE732-0D18-FAB2-9D3C-0E508E93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97B452-F4E5-7805-9177-6017E9CAA753}"/>
              </a:ext>
            </a:extLst>
          </p:cNvPr>
          <p:cNvSpPr txBox="1"/>
          <p:nvPr/>
        </p:nvSpPr>
        <p:spPr>
          <a:xfrm>
            <a:off x="450165" y="323557"/>
            <a:ext cx="1036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QA6: 4 logic nghiệp vụ đặc thù được nhắc đến ở đây, cụ thể là logic nghiệp vụ của cái gì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9FB07A-D6EE-1202-4E07-B7E0BEC9D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680" y="692889"/>
            <a:ext cx="6020640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52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59F62-CB23-B6A1-5F5B-3CE9B59F0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B2739A-90FC-1F61-4C85-7781AF5A5ED9}"/>
              </a:ext>
            </a:extLst>
          </p:cNvPr>
          <p:cNvSpPr txBox="1"/>
          <p:nvPr/>
        </p:nvSpPr>
        <p:spPr>
          <a:xfrm>
            <a:off x="450165" y="323557"/>
            <a:ext cx="1036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QA7: Đặt một loạt các câu hỏi là cái nào cần, cái nào không, framework QA như cũ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9DCCC-923F-5B55-5DA5-F81307D92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2923"/>
            <a:ext cx="12192000" cy="320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07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83934-BC43-20E2-70EC-A0CEC9CDB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DEC7A8-FB69-5566-8E90-90006F5C9753}"/>
              </a:ext>
            </a:extLst>
          </p:cNvPr>
          <p:cNvSpPr txBox="1"/>
          <p:nvPr/>
        </p:nvSpPr>
        <p:spPr>
          <a:xfrm>
            <a:off x="450165" y="323557"/>
            <a:ext cx="1036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QA8: server EMINEL hiện hành có phải là server eminel-smart không ?</a:t>
            </a:r>
          </a:p>
        </p:txBody>
      </p:sp>
    </p:spTree>
    <p:extLst>
      <p:ext uri="{BB962C8B-B14F-4D97-AF65-F5344CB8AC3E}">
        <p14:creationId xmlns:p14="http://schemas.microsoft.com/office/powerpoint/2010/main" val="2871590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126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Bui Trong Dat</dc:creator>
  <cp:lastModifiedBy>Bui Trong Dat</cp:lastModifiedBy>
  <cp:revision>5</cp:revision>
  <dcterms:created xsi:type="dcterms:W3CDTF">2026-08-04T08:25:32Z</dcterms:created>
  <dcterms:modified xsi:type="dcterms:W3CDTF">2026-08-04T10:44:49Z</dcterms:modified>
</cp:coreProperties>
</file>